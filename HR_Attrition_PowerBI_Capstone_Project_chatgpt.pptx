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280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6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4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8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6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5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4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2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5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42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6823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79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74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4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46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72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3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8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HR Analytics: Employee Attrition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Capstone Project</a:t>
            </a:r>
          </a:p>
          <a:p>
            <a:r>
              <a:t>Prepared by: Parvathi G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face increasing employee attrition impacting productivity and costs</a:t>
            </a:r>
          </a:p>
          <a:p>
            <a:r>
              <a:t>Lack of visibility into key drivers of employee turnover</a:t>
            </a:r>
          </a:p>
          <a:p>
            <a:r>
              <a:t>Need for data-driven insights to improve retention and workforce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employee attrition patterns using HR data</a:t>
            </a:r>
          </a:p>
          <a:p>
            <a:r>
              <a:t>Identify key factors influencing employee turnover</a:t>
            </a:r>
          </a:p>
          <a:p>
            <a:r>
              <a:t>Support HR decision-making with interactive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IBM HR Analytics – Employee Attrition Dataset</a:t>
            </a:r>
          </a:p>
          <a:p>
            <a:r>
              <a:t>Records include employee demographics, job role, income, satisfaction, and attrition status</a:t>
            </a:r>
          </a:p>
          <a:p>
            <a:r>
              <a:t>Publicly available dataset used for analytical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</a:t>
            </a:r>
          </a:p>
          <a:p>
            <a:r>
              <a:t>Power Query for data cleaning and transformation</a:t>
            </a:r>
          </a:p>
          <a:p>
            <a:r>
              <a:t>DAX for KPI and attrition calculations</a:t>
            </a:r>
          </a:p>
          <a:p>
            <a:r>
              <a:t>Microsoft PowerPoint for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irrelevant and constant-value columns</a:t>
            </a:r>
          </a:p>
          <a:p>
            <a:r>
              <a:t>Created age groups and calculated columns</a:t>
            </a:r>
          </a:p>
          <a:p>
            <a:r>
              <a:t>Ensured correct data types for numerical and categorical fields</a:t>
            </a:r>
          </a:p>
          <a:p>
            <a:r>
              <a:t>Built a clean and analysis-ready data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HR KPIs: Total Employees, Attrition Rate</a:t>
            </a:r>
          </a:p>
          <a:p>
            <a:r>
              <a:t>Attrition analysis by department, role, age, and gender</a:t>
            </a:r>
          </a:p>
          <a:p>
            <a:r>
              <a:t>Work-life balance and compensation impact analysis</a:t>
            </a:r>
          </a:p>
          <a:p>
            <a:r>
              <a:t>Interactive filters for deep-dive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attrition observed in the 26–35 age group</a:t>
            </a:r>
          </a:p>
          <a:p>
            <a:r>
              <a:t>Sales Executives and Laboratory Technicians show higher turnover</a:t>
            </a:r>
          </a:p>
          <a:p>
            <a:r>
              <a:t>Low job satisfaction strongly correlates with attrition</a:t>
            </a:r>
          </a:p>
          <a:p>
            <a:r>
              <a:t>Poor work-life balance increases attrition risk</a:t>
            </a:r>
          </a:p>
          <a:p>
            <a:r>
              <a:t>Lower income levels are associated with higher attrition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employee engagement and satisfaction programs</a:t>
            </a:r>
          </a:p>
          <a:p>
            <a:r>
              <a:t>Focus retention efforts on high-risk job roles</a:t>
            </a:r>
          </a:p>
          <a:p>
            <a:r>
              <a:t>Review compensation structures for competitive alignment</a:t>
            </a:r>
          </a:p>
          <a:p>
            <a:r>
              <a:t>Enhance work-life balance policies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enables data-driven HR decisions</a:t>
            </a:r>
          </a:p>
          <a:p>
            <a:r>
              <a:t>Helps identify attrition drivers and workforce challenges</a:t>
            </a:r>
          </a:p>
          <a:p>
            <a:r>
              <a:t>Supports strategic planning to improve employee retention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to demonstrate the Power BI dashboard live</a:t>
            </a:r>
          </a:p>
          <a:p>
            <a:r>
              <a:t>Open to questions and discussion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</TotalTime>
  <Words>289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Impact</vt:lpstr>
      <vt:lpstr>Main Event</vt:lpstr>
      <vt:lpstr>HR Analytics: Employee Attrition Analysis</vt:lpstr>
      <vt:lpstr>Business Problem</vt:lpstr>
      <vt:lpstr>Project Objective</vt:lpstr>
      <vt:lpstr>Dataset Overview</vt:lpstr>
      <vt:lpstr>Tools &amp; Technologies</vt:lpstr>
      <vt:lpstr>Data Preparation &amp; Modeling</vt:lpstr>
      <vt:lpstr>Dashboard Overview</vt:lpstr>
      <vt:lpstr>Key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PARVATHI</dc:creator>
  <cp:keywords/>
  <dc:description>generated using python-pptx</dc:description>
  <cp:lastModifiedBy>PARVATHI G H</cp:lastModifiedBy>
  <cp:revision>2</cp:revision>
  <dcterms:created xsi:type="dcterms:W3CDTF">2013-01-27T09:14:16Z</dcterms:created>
  <dcterms:modified xsi:type="dcterms:W3CDTF">2026-03-02T06:59:11Z</dcterms:modified>
  <cp:category/>
</cp:coreProperties>
</file>